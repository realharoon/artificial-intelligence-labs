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20906" y="1537362"/>
            <a:ext cx="570218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Iris Flower Classifier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3127091" y="2375562"/>
            <a:ext cx="2889687" cy="32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K-Nearest Neighbors (KNN)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092007" y="2847975"/>
            <a:ext cx="29598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Machine Learning Lab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30946" y="3419475"/>
            <a:ext cx="1882108" cy="186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Multi-class Classification Demo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Iris Dataset Overview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27"/>
            <a:ext cx="7620000" cy="157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samples, 3 classes: setosa, versicolor, virginica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numeric features: sepal length, sepal width, petal length, petal width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Task: Multi-class classification (predict 1 of 3 species)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Balanced dataset with 50 samples per class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KNN?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27"/>
            <a:ext cx="8083296" cy="239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K-Nearest Neighbors: Instance-based learning algorithm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2004"/>
            <a:ext cx="7620000" cy="157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distance to all training points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the closest k neighbors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majority vote of their labels as prediction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predict_proba() to estimate class probabilities from neighbors' votes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KNN for Iris?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27"/>
            <a:ext cx="7620000" cy="157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intuitive for beginners ("nearest flowers vote")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well on small, clean, numeric datasets like Iris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Almost no training time; cost is at prediction time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to demonstrate feature scaling and choosing k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Scaling Matters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28"/>
            <a:ext cx="8083296" cy="239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scaling is critical for KNN: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2004"/>
            <a:ext cx="7620000" cy="157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KNN relies on distance (Euclidean)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with larger ranges dominate distance if not scaled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StandardScaler (mean ≈ 0, std ≈ 1)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use Pipeline: StandardScaler + KNeighborsClassifier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Split Strategy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28"/>
            <a:ext cx="8083296" cy="239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/ Validation / Test with stratification: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2004"/>
            <a:ext cx="7620000" cy="1154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Train: 70% — fit the model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Validation: 15% — tune n_neighbors (k = 3, 5, 7, 9, 11)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Test: 15% — final, unbiased performance estimate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Creation Pipeline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28"/>
            <a:ext cx="7620000" cy="19997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data with load_iris()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into train/val/test with stratification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Pipeline: StandardScaler + KNeighborsClassifier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over k values, pick best on validation accuracy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Retrain best KNN on Train + Val combined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 the Trained Model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28"/>
            <a:ext cx="8083296" cy="239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persistence with Joblib: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2004"/>
            <a:ext cx="7620000" cy="157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Save: joblib.dump(pipeline, "iris_knn_pipeline.joblib")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in FastAPI: model = joblib.load("...")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includes both scaler and KNN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Ensures safe and consistent predictions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Report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26"/>
            <a:ext cx="8083296" cy="239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set performance: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2007"/>
            <a:ext cx="7620000" cy="157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accuracy: 95.65%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1 misclassified sample (virginica → versicolor)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 F1 score ≈ 0.958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per-class metrics (precision/recall/F1) are high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72779" y="1607874"/>
            <a:ext cx="4198310" cy="548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Ready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309503" y="2385087"/>
            <a:ext cx="452499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accuracy + strong macro F1 = reliable classifier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049479" y="2804187"/>
            <a:ext cx="5045043" cy="239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pipeline: dataset → model → evaluation → API serving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2664795" y="3348963"/>
            <a:ext cx="3814278" cy="186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/predict endpoint returns predicted class + probabilities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2026-02-03T16:26:19Z</dcterms:created>
  <dcterms:modified xsi:type="dcterms:W3CDTF">2026-02-03T16:26:19Z</dcterms:modified>
</cp:coreProperties>
</file>