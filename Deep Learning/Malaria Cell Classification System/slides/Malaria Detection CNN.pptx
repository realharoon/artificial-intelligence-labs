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921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82" y="1746912"/>
            <a:ext cx="757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Malaria Detection with CNN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68471" y="2585111"/>
            <a:ext cx="4407059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</a:t>
            </a: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Deep Learning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89531" y="3209925"/>
            <a:ext cx="2726914" cy="713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&amp; Author : M Haroon Abbas (2K23/BLCS/38)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Course: Artificial Intelligence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Course Instructor : Dr Fauzia Talpur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CNN to classify cell images as Parasitized or Uninfected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CNNs outperform traditional ANNs for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27,558 cell images from Kaggle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via FastAPI for real-time inference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7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Neural Network (Fully Connected)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1D input vector (flattens images)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neuron connects to every neuron in next layer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Destroys 2D spatial structure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parameters for even small images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CNN?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7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 (Spatial Architecture)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2D image structure (height × width × channels)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small learnable filters (e.g., 3×3) to scan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hierarchical features: edges → textures → shapes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fewer parameters via weight sharing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CNN for Images?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connectivity: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Detects patterns in pixel neighborhoods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sharing: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filter reused across entire image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Down-samples features, adds robustness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invariance: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Recognizes objects anywhere in image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CNN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999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64×64×3 RGB cell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Conv2D(32) → MaxPool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Conv2D(64) → MaxPool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Conv2D(128) → MaxPool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Flatten → Dropout → Dense(128) → Dropout → Dense(1, sigmoid)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27,558 images (13,779 Uninfected, 13,779 Parasitized)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64×64, normalize to [0, 1]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Train/Val/Test split: 80% / 10% / 10%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pipeline: cache() + prefetch() for speed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999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Binary Crossentropy (sigmoid output)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 (lr=0.001)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Accuracy, AUC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EarlyStopping on val_auc (patience=3)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(stopped early at best validation AUC)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72177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71405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Results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Epoch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39"/>
            <a:ext cx="7315200" cy="63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Acc: 96.2%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Acc: 96.0%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AUC: 0.9896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76205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748618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learning curves, no overfitting signs, EarlyStopping ensured best weights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Evaluation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95.3%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0.9897 (excellent discrimination)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(Parasitized):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96.0%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(Parasitized):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94.5%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6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TN=1333, FP=54, FN=75, TP=1297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7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 (75):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Infected cells predicted as uninfected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medical screening, FN can delay treatment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achieved 94.5% recall (caught 94.5% of infections)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Disclaimer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saved as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malaria_cnn.keras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(1.14M params)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endpoint: POST /predict (upload image → get label + probability)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with real-time inference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632342"/>
            <a:ext cx="8083296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only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a diagnostic tool. Requires clinical validation for real-world use.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5" y="2049726"/>
            <a:ext cx="2495939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24" y="2826939"/>
            <a:ext cx="983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518</Words>
  <Application>Microsoft Office PowerPoint</Application>
  <PresentationFormat>On-screen Show (16:9)</PresentationFormat>
  <Paragraphs>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Haroon Khan</cp:lastModifiedBy>
  <cp:revision>2</cp:revision>
  <dcterms:created xsi:type="dcterms:W3CDTF">2026-02-08T18:05:16Z</dcterms:created>
  <dcterms:modified xsi:type="dcterms:W3CDTF">2026-02-17T05:51:28Z</dcterms:modified>
</cp:coreProperties>
</file>