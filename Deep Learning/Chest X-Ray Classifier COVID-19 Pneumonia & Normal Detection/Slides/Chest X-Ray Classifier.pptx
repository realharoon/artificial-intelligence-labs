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11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2562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Chest X-Ray Classification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81042" y="2756561"/>
            <a:ext cx="4781915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vs Pneumonia vs Normal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13889" y="3152775"/>
            <a:ext cx="33160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DenseNet121 Transfer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10224" y="3724274"/>
            <a:ext cx="2923421" cy="749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: Deep Learning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: M Haroon Abbas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: Artificial Intelligence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Instructor : Dr Fauzia Talpur</a:t>
            </a:r>
            <a:b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Rapid, accurate diagnosis critical during COVID-19 pandemic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X-ray interpretation requires expert radiologists and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distinguish between three lung conditions from chest X-rays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build automated classifier to assist medical screening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chest-xray-covid19-pneumonia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classes: COVID-19, NORMAL, PNEUMONIA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format: JPEG/PNG chest X-ray radiographs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structure: train/ and test/ folders with class subfolders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7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5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Imbalance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0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 severely imbalanced: Pneumonia samples outnumber COVID-19 by 7-8x ratio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5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biased toward majority class, poor recall on minority COVID-19 cases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Tackling Imbalance with Class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sklearn compute_class_weight with 'balanced' strategy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weight = N / (K × N_c) where N=total, K=classes, N_c=class samples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penalty for misclassifying rare COVID-19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model to pay equal attention to all three classes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DenseNet121?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Benefits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connections between layers enable feature reuse and gradient 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Track Record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CheXNet variant achieved radiologist-level performance on chest X-ray pathology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layers with dense blocks connecting each layer to all subsequent layers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ImageNet (1.2M images, 1000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 RGB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output: removed and replaced with custom head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Classification Head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GlobalAveragePooling2D: reduces spatial dimensions to 1D feature vector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Dense(128, ReLU): learns task-specific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Dropout(0.5): prevents overfitting by random neuron deactivation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Dense(3, Softmax): outputs probability distribution over 3 classes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Resized all images to 224×224 pixels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DenseNet121 preprocess_input (ImageNet normalization)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80% training, 20% validation from train folder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Rotation: ±15 degrees to handle varied patient positioning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Zoom: 15% to simulate different imaging distances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Shift: 10% horizontal and vertical translation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Brightness: 80-120% range for varied exposure conditions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Training Strategy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Head Training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3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DenseNet121 base, train custom head 5 epochs with LR=1e-3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Fine-Tuning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Unfreeze last 30 layers, fine-tune with LR=1e-4 to refine feature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function: categorical cross-entropy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 with adaptive learning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32 images per gradient update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patience 7 epochs on validation loss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Callbacks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EarlyStopping: halts training if validation loss stagnates 7 epochs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ModelCheckpoint: saves best model weights by validation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ReduceLROnPlateau: halves learning rate after 3 plateau epochs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Scores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Accuracy: 92.70% on test 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Score: 0.9336 (equal weight to all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F1: 0.9869 (precision 1.00, recall 0.974)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AUC-ROC: 0.9943 (near-perfect class separation)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40166"/>
            <a:ext cx="7924800" cy="1295268"/>
          </a:xfrm>
          <a:prstGeom prst="rect">
            <a:avLst/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Breakdown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683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F1=0.987, perfect precision, 97% 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F1=0.944, 99% precision, 90%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4496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1737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F1=0.870, 78% precision, 98% recall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Macro-F1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inflated by majority class (Pneumonia 66% of test set)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computes F1 per class then averages equally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COVID-19 performance cannot hide behind Pneumonia success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appropriate: missing rare disease is critical failure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COVID-19: 3 false negatives (misclassified as Pneumonia)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70 false positives (other classes predicted as Normal)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Pneumonia: strong diagonal, few false positives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Explainability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spatial regions model focused on for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COVID-19: activates on bilateral ground-glass opacities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Pneumonia: concentrates on lobar consolidation areas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model learns clinically relevant features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Strengths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leverages ImageNet knowledge, reduces training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handles imbalance without losing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training prevents catastrophic forgetting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with published medical imaging benchmarks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precision 78% means 22% false positives (risky in triage)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limited to single Kaggle source, may not generalize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validation on different hospitals or equipment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model only, not suitable for clinical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multiple architectures (DenseNet, ResNet, EfficientNet)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Test-time augmentation for uncertain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to optimize precision-recall tradeoff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diverse data from multiple medical centers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server handles uploads, preprocessing, inference via /predict endpoint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1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HTML/JS UI with drag-drop, live preview, animated result display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Learning: TensorFlow 2.x, Keras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DenseNet121 from keras.applications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FastAPI, Uvicorn ASGI server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HTML5, CSS3, Vanilla JavaScript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enables strong performance with limited medical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critical for handling imbalanced datasets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better metric than accuracy for imbalanced multi-class problems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achieves research-competitive scores (92.7% accuracy, 0.994 AUC)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diagnosis requires rigorous clinical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on COVID-19 could delay treatment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 reflects training data demographics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augment, not replace, expert radiologist judgment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26"/>
            <a:ext cx="792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built DenseNet121-based classifier achieving 92.7% accuracy and 0.9336 macro-F1 on 3-class chest X-ray task. Class weighting and two-phase fine-tuning enabled robust performance despite severe data imbalance. Deployed as interactive web application demonstrating end-to-end deep learning pipeline from research to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1634468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411676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95414" y="3135576"/>
            <a:ext cx="3553039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Repository: github.com/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RealHaroon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Arificial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-Intelligence-Labs/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ChestXray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-Classification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8107" y="3322244"/>
            <a:ext cx="2247654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981</Words>
  <Application>Microsoft Office PowerPoint</Application>
  <PresentationFormat>On-screen Show (16:9)</PresentationFormat>
  <Paragraphs>158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2</cp:revision>
  <dcterms:created xsi:type="dcterms:W3CDTF">2026-03-09T17:53:39Z</dcterms:created>
  <dcterms:modified xsi:type="dcterms:W3CDTF">2026-04-08T06:08:30Z</dcterms:modified>
</cp:coreProperties>
</file>