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182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31FC-55E2-1AAE-E093-A2E06F11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43ABB-7AAB-8BA8-E862-AE9E26421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45C1E-9A95-56A6-D11F-AEE6B8BAE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377DB-D978-2D68-4717-45591F0C5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66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33" y="1785012"/>
            <a:ext cx="707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Approval Prediction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347442" y="2623211"/>
            <a:ext cx="2449116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Classifier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348656" y="3171824"/>
            <a:ext cx="2446687" cy="861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Lab No 3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From: M Haroon Abbas (2K23/BLCS/38)</a:t>
            </a:r>
          </a:p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Course Instructor: Dr Fozia Talpur</a:t>
            </a:r>
          </a:p>
          <a:p>
            <a:pPr marL="0" indent="0" algn="ctr">
              <a:lnSpc>
                <a:spcPts val="147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7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end-to-end ML pipeline for loan approval prediction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Decision Tree model on tabular applicant data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model using FastAPI with a web UI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full ML workflow from EDA to production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Decision Trees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06477" y="1375072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Interpretable: Easy to explain splits and decisions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mixed data: Numeric and categorical features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scaling needed: Works with raw feature values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training: Efficient for tabular datasets</a:t>
            </a:r>
            <a:endParaRPr lang="en-US" sz="1350" dirty="0"/>
          </a:p>
        </p:txBody>
      </p:sp>
      <p:pic>
        <p:nvPicPr>
          <p:cNvPr id="1026" name="Picture 2" descr="Visualizing Decision Trees with Python (Scikit-learn, Graphviz, Matplotlib)  | by Michael Galarnyk | TDS Archive | Medium">
            <a:extLst>
              <a:ext uri="{FF2B5EF4-FFF2-40B4-BE49-F238E27FC236}">
                <a16:creationId xmlns:a16="http://schemas.microsoft.com/office/drawing/2014/main" id="{E41B34D0-2DF2-01AA-BD60-9983C0041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52" y="609600"/>
            <a:ext cx="4026309" cy="39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104" y="589799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Decision Trees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1104" y="981317"/>
            <a:ext cx="8083296" cy="23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 recursively split data based on feature thresholds to maximize purity.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14985" y="1823256"/>
            <a:ext cx="4069964" cy="1496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best feature and split point using Gini or Entropy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child nodes with purer class distributions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stopping criteria met</a:t>
            </a:r>
            <a:endParaRPr lang="en-US" sz="1350" dirty="0"/>
          </a:p>
        </p:txBody>
      </p:sp>
      <p:sp>
        <p:nvSpPr>
          <p:cNvPr id="5" name="AutoShape 2" descr="Decision Flowchart: What It Is And How To Create One">
            <a:extLst>
              <a:ext uri="{FF2B5EF4-FFF2-40B4-BE49-F238E27FC236}">
                <a16:creationId xmlns:a16="http://schemas.microsoft.com/office/drawing/2014/main" id="{8440CD1E-9A97-2CF2-74DC-6AE8DA93C9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50"/>
            <a:ext cx="3706761" cy="130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FF97AF-0F5A-110E-2390-F955B015A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832" y="1544656"/>
            <a:ext cx="4549287" cy="30090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Load Dataset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Loan Prediction dataset with applicant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EDA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missing values, correlations, and class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Preprocessing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Impute missing values and one-hot encode categoricals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Split Data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train, 20% validation, 20% test with stratification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28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21096"/>
            <a:ext cx="7924800" cy="1295268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1630628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Train Model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103041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max_depth, min_samples_split, criterion on validation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25896"/>
            <a:ext cx="7461504" cy="32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Save Model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398309"/>
            <a:ext cx="7461504" cy="21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pipeline as loan_tree.pkl using joblib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8"/>
            <a:ext cx="7620000" cy="157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83% on test set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class recall: 94% (catches most eligible loans)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AUC: 0.77 (good ranking power)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F1: 0.82 (balanced performance)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Scores Are Good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recall means few false rejections of good applicants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accuracy is solid for a baseline model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above 0.75 shows effective probability ranking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BFCDBB-5CE2-350E-A706-8B3C46C8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052976-0BD5-5554-27C7-2C8BCF776459}"/>
              </a:ext>
            </a:extLst>
          </p:cNvPr>
          <p:cNvSpPr/>
          <p:nvPr/>
        </p:nvSpPr>
        <p:spPr>
          <a:xfrm>
            <a:off x="609600" y="727587"/>
            <a:ext cx="8083296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Output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880E03-4247-2727-21A9-B93A945B23BC}"/>
              </a:ext>
            </a:extLst>
          </p:cNvPr>
          <p:cNvSpPr/>
          <p:nvPr/>
        </p:nvSpPr>
        <p:spPr>
          <a:xfrm>
            <a:off x="914400" y="1249626"/>
            <a:ext cx="7620000" cy="115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endParaRPr lang="en-US" sz="135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C06FEE-F0AF-D912-D108-F2BAC8F17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677" y="1480408"/>
            <a:ext cx="824307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Final model accuracy ≈ 83% → decent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High recall for approved loans (94%) → very few approved loans missed → good for bank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Some false positives for not approved loans (16) → bank may review some extra cases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35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ROC-AUC = 0.828 → model ranks applicants well for probability of approval</a:t>
            </a:r>
          </a:p>
        </p:txBody>
      </p:sp>
    </p:spTree>
    <p:extLst>
      <p:ext uri="{BB962C8B-B14F-4D97-AF65-F5344CB8AC3E}">
        <p14:creationId xmlns:p14="http://schemas.microsoft.com/office/powerpoint/2010/main" val="1090879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87" y="1804062"/>
            <a:ext cx="2340626" cy="54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338942" y="2581275"/>
            <a:ext cx="24659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ML Pipeline Demo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196042" y="3152775"/>
            <a:ext cx="2751915" cy="18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Training → Evaluation → Deployment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382</Words>
  <Application>Microsoft Office PowerPoint</Application>
  <PresentationFormat>On-screen Show (16:9)</PresentationFormat>
  <Paragraphs>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Haroon Khan</cp:lastModifiedBy>
  <cp:revision>3</cp:revision>
  <dcterms:created xsi:type="dcterms:W3CDTF">2026-02-03T10:36:25Z</dcterms:created>
  <dcterms:modified xsi:type="dcterms:W3CDTF">2026-02-08T09:11:34Z</dcterms:modified>
</cp:coreProperties>
</file>