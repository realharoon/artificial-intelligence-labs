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18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33" y="1785012"/>
            <a:ext cx="707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Approval Prediction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47442" y="2623211"/>
            <a:ext cx="2449116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48656" y="3171824"/>
            <a:ext cx="2446687" cy="86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No 3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From: M Haroon Abbas (2K23/BLCS/38)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 Instructor: Dr Fozia Talpur</a:t>
            </a:r>
          </a:p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end-to-end ML pipeline for loan approval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Decision Tree model on tabular applicant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model using FastAPI with a web UI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full ML workflow from EDA to production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Decision Trees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06477" y="1375072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Interpretable: Easy to explain splits and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mixed data: Numeric and categorical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 needed: Works with raw feature values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training: Efficient for tabular datasets</a:t>
            </a:r>
            <a:endParaRPr lang="en-US" sz="1350" dirty="0"/>
          </a:p>
        </p:txBody>
      </p:sp>
      <p:pic>
        <p:nvPicPr>
          <p:cNvPr id="1026" name="Picture 2" descr="Visualizing Decision Trees with Python (Scikit-learn, Graphviz, Matplotlib)  | by Michael Galarnyk | TDS Archive | Medium">
            <a:extLst>
              <a:ext uri="{FF2B5EF4-FFF2-40B4-BE49-F238E27FC236}">
                <a16:creationId xmlns:a16="http://schemas.microsoft.com/office/drawing/2014/main" id="{E41B34D0-2DF2-01AA-BD60-9983C0041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52" y="609600"/>
            <a:ext cx="4026309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589799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Decision Trees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98131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recursively split data based on feature thresholds to maximize purity.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14985" y="1823256"/>
            <a:ext cx="4069964" cy="149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best feature and split point using Gini or Entropy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child nodes with purer class distributions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stopping criteria met</a:t>
            </a:r>
            <a:endParaRPr lang="en-US" sz="1350" dirty="0"/>
          </a:p>
        </p:txBody>
      </p:sp>
      <p:sp>
        <p:nvSpPr>
          <p:cNvPr id="5" name="AutoShape 2" descr="Decision Flowchart: What It Is And How To Create One">
            <a:extLst>
              <a:ext uri="{FF2B5EF4-FFF2-40B4-BE49-F238E27FC236}">
                <a16:creationId xmlns:a16="http://schemas.microsoft.com/office/drawing/2014/main" id="{8440CD1E-9A97-2CF2-74DC-6AE8DA93C9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50"/>
            <a:ext cx="3706761" cy="130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F97AF-0F5A-110E-2390-F955B015A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832" y="1544656"/>
            <a:ext cx="4549287" cy="3009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8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6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Dataset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Loan Prediction dataset with applicant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EDA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missing values, correlations, and class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8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6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Preprocessing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 missing values and one-hot encode categoricals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Split Data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train, 20% validation, 20% test with stratification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8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6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Train Model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max_depth, min_samples_split, criterion on validation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Save Model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pipeline as loan_tree.pkl using joblib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83% on test 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class recall: 94% (catches most eligible loans)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AUC: 0.77 (good ranking power)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F1: 0.82 (balanced performance)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Scores Are Good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 means few false rejections of good applicants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accuracy is solid for a baseline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above 0.75 shows effective probability ranking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87" y="1804062"/>
            <a:ext cx="2340626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38942" y="2581275"/>
            <a:ext cx="24659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ML Pipeline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96042" y="3152775"/>
            <a:ext cx="2751915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→ Training → Evaluation → Deployment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317</Words>
  <Application>Microsoft Office PowerPoint</Application>
  <PresentationFormat>On-screen Show (16:9)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2</cp:revision>
  <dcterms:created xsi:type="dcterms:W3CDTF">2026-02-03T10:36:25Z</dcterms:created>
  <dcterms:modified xsi:type="dcterms:W3CDTF">2026-02-03T10:44:17Z</dcterms:modified>
</cp:coreProperties>
</file>