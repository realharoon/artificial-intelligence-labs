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004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0906" y="1537362"/>
            <a:ext cx="65086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Species Classifier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127091" y="2375562"/>
            <a:ext cx="2889687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27091" y="2684662"/>
            <a:ext cx="2959854" cy="1266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No 4</a:t>
            </a:r>
          </a:p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From: M Haroon Abbas (2K23/BLCS/ 38)</a:t>
            </a:r>
          </a:p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Course Instructor: Dr Fozia Talpur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689892" y="4277431"/>
            <a:ext cx="1882108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Dataset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samples, 3 classes: setosa, versicolor, virginica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numeric features: sepal length, sepal width, petal length, petal width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Multi-class classification (predict 1 of 3 species)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dataset with 50 samples per class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KNN?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064241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Neighbors: Instance-based learning algorithm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3919" y="1783291"/>
            <a:ext cx="5899503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distance to all training points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closest k neighbors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majority vote of their labels as prediction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predict_proba() to estimate class probabilities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neighbors' votes</a:t>
            </a:r>
            <a:endParaRPr lang="en-US" sz="1350" dirty="0"/>
          </a:p>
        </p:txBody>
      </p:sp>
      <p:pic>
        <p:nvPicPr>
          <p:cNvPr id="1026" name="Picture 2" descr="KNN Algorithm. K-Nearest Neighbors (KNN) is not an… | by Deniz Gunay |  Medium">
            <a:extLst>
              <a:ext uri="{FF2B5EF4-FFF2-40B4-BE49-F238E27FC236}">
                <a16:creationId xmlns:a16="http://schemas.microsoft.com/office/drawing/2014/main" id="{8AB93C89-E7C7-B713-4EC9-773B799BC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022" y="1021027"/>
            <a:ext cx="3811059" cy="3528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KNN for Iris?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intuitive for beginners ("nearest flowers vote")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well on small, clean, numeric datasets like Iris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no training time; cost is at prediction time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to demonstrate feature scaling and choosing k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Scaling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8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scaling is critical for KNN: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4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relies on distance (Euclidean)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with larger ranges dominate distance if not scaled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StandardScaler (mean ≈ 0, std ≈ 1)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Pipeline: StandardScaler + KNeighborsClassifier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Split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8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Validation / Test with stratification: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4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70% — fit the model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15% — tune n_neighbors (k = 3, 5, 7, 9, 11)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15% — final, unbiased performance estimate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Creation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999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data with load_iris()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train/val/test with stratification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Pipeline: StandardScaler + KNeighborsClassifier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over k values, pick best on validation accuracy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 best KNN on Train + Val combined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Report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6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performance: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 95.65%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 misclassified sample (virginica → versicolor)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 score ≈ 0.958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per-class metrics (precision/recall/F1) are high</a:t>
            </a:r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875F6-2DBA-DCBE-3118-C27C7ABA0CC3}"/>
              </a:ext>
            </a:extLst>
          </p:cNvPr>
          <p:cNvSpPr txBox="1"/>
          <p:nvPr/>
        </p:nvSpPr>
        <p:spPr>
          <a:xfrm>
            <a:off x="609600" y="3371328"/>
            <a:ext cx="831071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The final KNN model (K=3) achieved 95.65% accuracy on the test set.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Setosa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and Versicolor were classified perfectly, while one Virginica sample was misclassified as Versicolor due to overlapping feature characteristics. Overall precision, recall, and F1-scores indicate excellent model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 the Trained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8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persistence with Joblib: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4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Save: joblib.dump(pipeline, "iris_knn_pipeline.joblib")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in FastAPI: model = joblib.load("...")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includes both scaler and KNN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safe and consistent predictions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2779" y="1607874"/>
            <a:ext cx="4198310" cy="54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Ready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09503" y="2385087"/>
            <a:ext cx="45249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accuracy + strong macro F1 = reliable classifier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049479" y="2804187"/>
            <a:ext cx="5045043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pipeline: dataset → model → evaluation → API serving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664795" y="3348963"/>
            <a:ext cx="3814278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/predict endpoint returns predicted class + probabilities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473</Words>
  <Application>Microsoft Office PowerPoint</Application>
  <PresentationFormat>On-screen Show (16:9)</PresentationFormat>
  <Paragraphs>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Haroon Khan</cp:lastModifiedBy>
  <cp:revision>3</cp:revision>
  <dcterms:created xsi:type="dcterms:W3CDTF">2026-02-03T16:26:19Z</dcterms:created>
  <dcterms:modified xsi:type="dcterms:W3CDTF">2026-02-08T16:24:36Z</dcterms:modified>
</cp:coreProperties>
</file>