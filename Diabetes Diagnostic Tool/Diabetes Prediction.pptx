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1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4977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2895" y="1746912"/>
            <a:ext cx="767807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Diabetes Prediction System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3224110" y="2585111"/>
            <a:ext cx="2695781" cy="32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Logistic Regression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797332" y="3057524"/>
            <a:ext cx="2422846" cy="1100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Lab No 2</a:t>
            </a:r>
          </a:p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From: M Haroon Abbas (2K23/BLCS/38)</a:t>
            </a:r>
            <a:br>
              <a:rPr lang="en-US" sz="105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</a:br>
            <a:r>
              <a:rPr lang="en-US" sz="1050" dirty="0">
                <a:solidFill>
                  <a:srgbClr val="94A3B8"/>
                </a:solidFill>
                <a:latin typeface="Arial" pitchFamily="34" charset="0"/>
                <a:cs typeface="Arial" pitchFamily="34" charset="-120"/>
              </a:rPr>
              <a:t>Course Instructor: Dr Fozia Talpur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Objective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627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 end-to-end diabetes prediction system from data to deployment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1744927"/>
            <a:ext cx="7620000" cy="11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diabetes (0/1) from 8 clinical features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Pima Indians dataset (768 patients)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via FastAPI with web interface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7952" y="403886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Algorithm: Logistic Regression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377952" y="1019562"/>
            <a:ext cx="7620000" cy="157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model for binary classification (0 or 1)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probability using sigmoid function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Fast, interpretable, works well for medical data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Enables threshold tuning for Recall optimization</a:t>
            </a:r>
            <a:endParaRPr lang="en-US" sz="1350" dirty="0"/>
          </a:p>
        </p:txBody>
      </p:sp>
      <p:pic>
        <p:nvPicPr>
          <p:cNvPr id="1028" name="Picture 4" descr="Everything You Need to Know About Logistic Regression - Spiceworks">
            <a:extLst>
              <a:ext uri="{FF2B5EF4-FFF2-40B4-BE49-F238E27FC236}">
                <a16:creationId xmlns:a16="http://schemas.microsoft.com/office/drawing/2014/main" id="{19CFA109-8A26-AAC8-BA8A-904C036355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1164" y="1019561"/>
            <a:ext cx="3844884" cy="3755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95379" y="1581415"/>
            <a:ext cx="2953242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Sigmoid Function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2546858" y="2221442"/>
            <a:ext cx="40502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linear combination to probability [0, 1]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407220" y="2640542"/>
            <a:ext cx="2329561" cy="452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σ(z) = 1 / (1 + e)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2759656" y="3322109"/>
            <a:ext cx="3624556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probability ≥ threshold → predict 1 (diabetes)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1-2: Load and Split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28"/>
            <a:ext cx="7620000" cy="157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diabetes.csv (768 rows, 8 features + target)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for zeros (represent missing values)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Split: Train 70%, Validation 15%, Test 15%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Stratify to preserve class balance (65% vs 35%)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3-4: Preprocess and Train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28"/>
            <a:ext cx="7620000" cy="157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zeros with NaN in clinical features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imputation + StandardScaler (Pipeline)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Logistic Regression with GridSearchCV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 regularization parameter C using 5-fold CV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5-6: Tune Threshold and Save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28"/>
            <a:ext cx="7620000" cy="11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validation set to find optimal threshold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threshold → Higher Recall (catch more cases)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model, threshold, feature names as .pkl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Performance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628"/>
            <a:ext cx="8083296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set results with tuned threshold: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2004"/>
            <a:ext cx="7620000" cy="11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Accuracy: ~75-78% (balanced performance)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Recall: ~70-80% (catches most diabetic cases)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AUC: ~0.80-0.85 (good discrimination ability)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Good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26"/>
            <a:ext cx="7620000" cy="1576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Recall means fewer missed diabetic patients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 above 0.80 shows strong predictive power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model = fast inference and interpretability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tuning aligns with medical priorities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23965" y="2049726"/>
            <a:ext cx="2495939" cy="548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080424" y="2826939"/>
            <a:ext cx="9830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331</Words>
  <Application>Microsoft Office PowerPoint</Application>
  <PresentationFormat>On-screen Show (16:9)</PresentationFormat>
  <Paragraphs>54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Haroon Khan</cp:lastModifiedBy>
  <cp:revision>2</cp:revision>
  <dcterms:created xsi:type="dcterms:W3CDTF">2026-02-03T10:52:24Z</dcterms:created>
  <dcterms:modified xsi:type="dcterms:W3CDTF">2026-02-03T10:58:44Z</dcterms:modified>
</cp:coreProperties>
</file>