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97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895" y="1746912"/>
            <a:ext cx="76780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Prediction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224110" y="2585111"/>
            <a:ext cx="2695781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Logistic Regression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97332" y="3057524"/>
            <a:ext cx="2422846" cy="110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No 2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From: M Haroon Abbas (2K23/BLCS/38)</a:t>
            </a:r>
            <a:b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Course Instructor: Dr Fozia Talpur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7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end-to-end diabetes prediction system from data to deployment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927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diabetes (0/1) from 8 clinical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Pima Indians dataset (768 patients)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via FastAPI with web interface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952" y="403886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Logistic Regression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77952" y="1019562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 for binary classification (0 or 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probability using sigmoid function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interpretable, works well for medical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threshold tuning for Recall optimization</a:t>
            </a:r>
            <a:endParaRPr lang="en-US" sz="1350" dirty="0"/>
          </a:p>
        </p:txBody>
      </p:sp>
      <p:pic>
        <p:nvPicPr>
          <p:cNvPr id="1028" name="Picture 4" descr="Everything You Need to Know About Logistic Regression - Spiceworks">
            <a:extLst>
              <a:ext uri="{FF2B5EF4-FFF2-40B4-BE49-F238E27FC236}">
                <a16:creationId xmlns:a16="http://schemas.microsoft.com/office/drawing/2014/main" id="{19CFA109-8A26-AAC8-BA8A-904C03635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164" y="1019561"/>
            <a:ext cx="3844884" cy="375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5379" y="1581415"/>
            <a:ext cx="2953242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Function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46858" y="2221442"/>
            <a:ext cx="40502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linear combination to probability [0, 1]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07220" y="2640542"/>
            <a:ext cx="2329561" cy="45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σ(z) = 1 / (1 + e)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759656" y="3322109"/>
            <a:ext cx="362455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probability ≥ threshold → predict 1 (diabetes)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1-2: Load and Split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diabetes.csv (768 rows, 8 features + target)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zeros (represent missing values)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Train 70%, Validation 15%, Test 15%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Stratify to preserve class balance (65% vs 35%)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3-4: Preprocess and Train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zeros with NaN in clinical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imputation + StandardScaler (Pipeline)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Logistic Regression with GridSearchCV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regularization parameter C using 5-fold CV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5-6: Tune Threshold and Save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validation set to find optimal threshold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threshold → Higher Recall (catch more cases)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model, threshold, feature names as .pkl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results with tuned threshold: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489605"/>
            <a:ext cx="7381568" cy="3185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Model: Logistic Regression</a:t>
            </a:r>
            <a:b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Tuning: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GridSearchCV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(C parameter)</a:t>
            </a:r>
          </a:p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Default Threshold: 0.50</a:t>
            </a:r>
            <a:b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Best Threshold: 0.25 (F1 optimized)</a:t>
            </a:r>
          </a:p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Final Performance:</a:t>
            </a:r>
          </a:p>
          <a:p>
            <a:endParaRPr lang="en-US" sz="1350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Accuracy: 76.7%</a:t>
            </a:r>
          </a:p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Precision: 62.5%</a:t>
            </a:r>
          </a:p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Recall: 85.4%</a:t>
            </a:r>
          </a:p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F1 Score: 0.72</a:t>
            </a:r>
          </a:p>
          <a:p>
            <a:endParaRPr lang="en-US" sz="1350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Insight</a:t>
            </a:r>
          </a:p>
          <a:p>
            <a:r>
              <a:rPr 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Threshold tuning significantly improved diabetic detection while maintaining acceptable precision.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Good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Recall means fewer missed diabetic patients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above 0.80 shows strong predictive power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 = fast inference and interpretability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 aligns with medical priorities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5" y="2049726"/>
            <a:ext cx="2495939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24" y="2826939"/>
            <a:ext cx="983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358</Words>
  <Application>Microsoft Office PowerPoint</Application>
  <PresentationFormat>On-screen Show (16:9)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Haroon Khan</cp:lastModifiedBy>
  <cp:revision>3</cp:revision>
  <dcterms:created xsi:type="dcterms:W3CDTF">2026-02-03T10:52:24Z</dcterms:created>
  <dcterms:modified xsi:type="dcterms:W3CDTF">2026-02-08T07:52:20Z</dcterms:modified>
</cp:coreProperties>
</file>