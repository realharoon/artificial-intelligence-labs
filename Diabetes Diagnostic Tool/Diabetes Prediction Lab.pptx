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100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895" y="1746912"/>
            <a:ext cx="76780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Diabetes Prediction System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224110" y="2585111"/>
            <a:ext cx="2695781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Logistic Regression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24110" y="3209924"/>
            <a:ext cx="2562464" cy="102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No 2 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From: M Haroon Abbas (2K23/ BLCS/ 38)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Course Instructor : Dr Fozia Talpur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end-to-end ML pipeline from raw data to deployment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preprocessing techniques for medical datasets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threshold tuning for imbalanced classification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model as production-ready FastAPI service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Goal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7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whether a patient has diabetes based on 8 clinical measurements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204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problem (0 = No Diabetes, 1 = Diabetes)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Pima Indians Diabetes (768 patients, 8 features)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Emphasize high Recall to minimize false negatives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Diagnosis Context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 diabetic patient (false negative) is costly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 (false positive) leads to retesting, not harm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Justifies prioritizing Recall over Precision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 becomes critical decision tool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Logistic Regression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8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model for binary classification that outputs probabilities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4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linear combination of features to probability [0, 1]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sigmoid activation function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coefficients show feature importance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Logistic Regression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training and prediction (scales well)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outputs enable threshold tuning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for medical stakeholders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baseline before trying complex models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35906" y="1622424"/>
            <a:ext cx="367218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Sigmoid Function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498147" y="2262453"/>
            <a:ext cx="41475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any real number to probability space [0, 1]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40123" y="2681553"/>
            <a:ext cx="1863622" cy="370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σ(z) = 1 / (1 + 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27360" y="3280965"/>
            <a:ext cx="2889147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z = w₀ + w₁x₁ + w₂x₂ + ... + wₙxₙ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Pima Indians Diabetes Dataset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 female patients of Pima Indian heritage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numeric features + 1 binary target (Outcome)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distribution: 65% non-diabetic, 35% diabetic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issue: zeros represent missing values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Pregnancies, Glucose, BloodPressure, SkinThickness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Insulin, BMI, DiabetesPedigreeFunction, 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continuous except Pregnancies and Age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Process: Load and Explore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CSV using pandas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shape, info, describe statistics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missing values (NaN and zeros)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distributions by class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Process: Data Splitting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70%, Validation: 15%, Test: 15%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split to preserve class balance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set for threshold tuning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for final unbiased evaluation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Process: Preprocessing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zeros with NaN in clinical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imputation for missing values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for feature normalization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ensures no data leakage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Process: Model Training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with regularization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tunes C parameter (inverse regularization)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 on training 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for F1-score during tuning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Process: Threshold Tuning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validation set to select optimal threshold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lower threshold increases Recall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threshold that maximizes F1 or meets Recall target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Process: Save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 entire pipeline using joblib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model, threshold, and feature names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reproducible predictions in deployment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Confusion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6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2×2 table showing correct and incorrect predictions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2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Positives (TP): correctly predicted diabetic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Negatives (TN): correctly predicted non-diabetic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(FP): predicted diabetic, actually not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 (FN): predicted not, actually diabetic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9866" y="1699292"/>
            <a:ext cx="354426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Accuracy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30666" y="2339318"/>
            <a:ext cx="4082669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 of correct predictions out of all predictions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223279" y="2731694"/>
            <a:ext cx="4697309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= (TP + TN) / (TP + TN + FP + FN)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1305" y="3204102"/>
            <a:ext cx="2741390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Misleading for imbalanced datasets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24" y="1699292"/>
            <a:ext cx="3556953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Precision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98810" y="2339318"/>
            <a:ext cx="3946247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positive predictions, how many were correct?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163793" y="2731694"/>
            <a:ext cx="2816281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= TP / (TP + FP)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8728" y="3204102"/>
            <a:ext cx="2726412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precision = fewer false alarms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5731" y="1699292"/>
            <a:ext cx="509240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Recall (Sensitivity)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39684" y="2339318"/>
            <a:ext cx="3664633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actual positives, how many did we catch?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338672" y="2731694"/>
            <a:ext cx="2466523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= TP / (TP + FN)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72644" y="3204102"/>
            <a:ext cx="4198580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 medical diagnosis to minimize missed cases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2387" y="1699292"/>
            <a:ext cx="3479094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F1-Score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36143" y="2339318"/>
            <a:ext cx="3071582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Harmonic mean of Precision and Recall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850446" y="2731694"/>
            <a:ext cx="5443109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2 × (Precision × Recall) / (Precision + Recall)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29835" y="3204102"/>
            <a:ext cx="3684199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both metrics; useful when both matter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ROC Curve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26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Plots True Positive Rate vs False Positive Rate at various thresholds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02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model discrimination ability across all thresholds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line = random guessing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to top-left corner = better model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6417" y="1478496"/>
            <a:ext cx="603116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AUC (Area Under Curve)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16362" y="2118522"/>
            <a:ext cx="411127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number summarizing ROC curve performance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363913" y="2510898"/>
            <a:ext cx="2720975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1.0 means perfect classifier</a:t>
            </a:r>
            <a:endParaRPr lang="en-US" sz="1350" dirty="0"/>
          </a:p>
          <a:p>
            <a:pPr marL="342900" indent="-342900" algn="ctr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0.5 means random guessing</a:t>
            </a:r>
            <a:endParaRPr lang="en-US" sz="1350" dirty="0"/>
          </a:p>
          <a:p>
            <a:pPr marL="342900" indent="-342900" algn="ctr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Threshold-independent metric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Threshold Tuning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0.5 threshold may not align with business needs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threshold → Higher Recall, Lower Precision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threshold → Lower Recall, Higher Precision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based on cost of false negatives vs false positives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with FastAPI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saved model artifact (.pkl file)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POST endpoint /predict-diabetes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JSON with 8 patient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probability and predicted class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FastAPI for Deployment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request validation using Pydantic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documentation (Swagger UI)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performance (async support)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integration with web apps and mobile clients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ML requires domain-aware preprocessing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tuning is powerful for imbalanced problems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metrics paint complete performance picture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 requires serialization and APIs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5" y="2049726"/>
            <a:ext cx="2495939" cy="54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24" y="2826944"/>
            <a:ext cx="983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860</Words>
  <Application>Microsoft Office PowerPoint</Application>
  <PresentationFormat>On-screen Show (16:9)</PresentationFormat>
  <Paragraphs>152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Haroon Khan</cp:lastModifiedBy>
  <cp:revision>2</cp:revision>
  <dcterms:created xsi:type="dcterms:W3CDTF">2026-02-03T05:56:45Z</dcterms:created>
  <dcterms:modified xsi:type="dcterms:W3CDTF">2026-02-03T05:59:33Z</dcterms:modified>
</cp:coreProperties>
</file>